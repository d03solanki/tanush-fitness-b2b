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E8E8E8"/>
                </a:solidFill>
              </a:defRPr>
            </a:pPr>
            <a:r>
              <a:t>TANUSH FITNESS</a:t>
            </a:r>
          </a:p>
          <a:p>
            <a:pPr>
              <a:spcBef>
                <a:spcPts val="1200"/>
              </a:spcBef>
              <a:defRPr b="1" sz="1800">
                <a:solidFill>
                  <a:srgbClr val="D26539"/>
                </a:solidFill>
              </a:defRPr>
            </a:pPr>
            <a:r>
              <a:t>COMMERCIAL &amp; RESIDENTIAL GYM OUTFITTING • DIRECT FACTORY</a:t>
            </a:r>
          </a:p>
          <a:p>
            <a:pPr>
              <a:spcBef>
                <a:spcPts val="1800"/>
              </a:spcBef>
              <a:defRPr sz="1400">
                <a:solidFill>
                  <a:srgbClr val="D0CFCA"/>
                </a:solidFill>
              </a:defRPr>
            </a:pPr>
            <a:r>
              <a:t>Turnkey Gym Infrastructure | Heavy Laser-Cut Precision Steel | 3D CAD Facility Design | Master Trainer Staffing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0A0A0"/>
                </a:solidFill>
              </a:defRPr>
            </a:pPr>
            <a:r>
              <a:t>Factory &amp; Operations: Naroda, Ahmedabad, Gujarat, India | Contact: +91 73832 49680 | www.tanushfitness.com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E8E8E8"/>
                </a:solidFill>
              </a:defRPr>
            </a:pPr>
            <a:r>
              <a:t>WHY CHOOSE TANUSH FITNESS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5029200" cy="1828800"/>
          </a:xfrm>
          <a:prstGeom prst="roundRect">
            <a:avLst/>
          </a:prstGeom>
          <a:solidFill>
            <a:srgbClr val="1A2018"/>
          </a:solidFill>
          <a:ln>
            <a:solidFill>
              <a:srgbClr val="3C4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D26539"/>
                </a:solidFill>
              </a:defRPr>
            </a:pPr>
            <a:r>
              <a:t>1. Direct Factory Supply</a:t>
            </a:r>
          </a:p>
          <a:p>
            <a:pPr>
              <a:spcBef>
                <a:spcPts val="800"/>
              </a:spcBef>
              <a:defRPr sz="1200">
                <a:solidFill>
                  <a:srgbClr val="D0CFCA"/>
                </a:solidFill>
              </a:defRPr>
            </a:pPr>
            <a:r>
              <a:t>Zero middleman markups. Direct manufacturer pricing with 100% 18% GST Input Tax Credit (ITC) invoicing.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828800"/>
            <a:ext cx="5029200" cy="1828800"/>
          </a:xfrm>
          <a:prstGeom prst="roundRect">
            <a:avLst/>
          </a:prstGeom>
          <a:solidFill>
            <a:srgbClr val="1A2018"/>
          </a:solidFill>
          <a:ln>
            <a:solidFill>
              <a:srgbClr val="3C4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D26539"/>
                </a:solidFill>
              </a:defRPr>
            </a:pPr>
            <a:r>
              <a:t>2. Heavy Precision Engineering</a:t>
            </a:r>
          </a:p>
          <a:p>
            <a:pPr>
              <a:spcBef>
                <a:spcPts val="800"/>
              </a:spcBef>
              <a:defRPr sz="1200">
                <a:solidFill>
                  <a:srgbClr val="D0CFCA"/>
                </a:solidFill>
              </a:defRPr>
            </a:pPr>
            <a:r>
              <a:t>Heavy structural steel tubing (2.5 - 3.0mm), robotic laser-cut tolerances, and 10-Year Frame Warranty guarantees.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023360"/>
            <a:ext cx="5029200" cy="1828800"/>
          </a:xfrm>
          <a:prstGeom prst="roundRect">
            <a:avLst/>
          </a:prstGeom>
          <a:solidFill>
            <a:srgbClr val="1A2018"/>
          </a:solidFill>
          <a:ln>
            <a:solidFill>
              <a:srgbClr val="3C4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D26539"/>
                </a:solidFill>
              </a:defRPr>
            </a:pPr>
            <a:r>
              <a:t>3. 3D CAD Spatial Design</a:t>
            </a:r>
          </a:p>
          <a:p>
            <a:pPr>
              <a:spcBef>
                <a:spcPts val="800"/>
              </a:spcBef>
              <a:defRPr sz="1200">
                <a:solidFill>
                  <a:srgbClr val="D0CFCA"/>
                </a:solidFill>
              </a:defRPr>
            </a:pPr>
            <a:r>
              <a:t>Turnkey 3D architectural floor plans, spatial flow optimization, acoustic vibration dampening, and custom branding.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023360"/>
            <a:ext cx="5029200" cy="1828800"/>
          </a:xfrm>
          <a:prstGeom prst="roundRect">
            <a:avLst/>
          </a:prstGeom>
          <a:solidFill>
            <a:srgbClr val="1A2018"/>
          </a:solidFill>
          <a:ln>
            <a:solidFill>
              <a:srgbClr val="3C4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D26539"/>
                </a:solidFill>
              </a:defRPr>
            </a:pPr>
            <a:r>
              <a:t>4. End-to-End Gym Management</a:t>
            </a:r>
          </a:p>
          <a:p>
            <a:pPr>
              <a:spcBef>
                <a:spcPts val="800"/>
              </a:spcBef>
              <a:defRPr sz="1200">
                <a:solidFill>
                  <a:srgbClr val="D0CFCA"/>
                </a:solidFill>
              </a:defRPr>
            </a:pPr>
            <a:r>
              <a:t>Certified NASM/K11 master trainer recruitment, staff onboarding, ERP integration, and ongoing maintenance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E8E8E8"/>
                </a:solidFill>
              </a:defRPr>
            </a:pPr>
            <a:r>
              <a:t>OUR EQUIPMENT ECOSYSTEM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5029200" cy="1828800"/>
          </a:xfrm>
          <a:prstGeom prst="roundRect">
            <a:avLst/>
          </a:prstGeom>
          <a:solidFill>
            <a:srgbClr val="1A2018"/>
          </a:solidFill>
          <a:ln>
            <a:solidFill>
              <a:srgbClr val="3C4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E8E8E8"/>
                </a:solidFill>
              </a:defRPr>
            </a:pPr>
            <a:r>
              <a:t>Commercial Power Racks &amp; Rigs</a:t>
            </a:r>
          </a:p>
          <a:p>
            <a:pPr>
              <a:spcBef>
                <a:spcPts val="800"/>
              </a:spcBef>
              <a:defRPr sz="1200">
                <a:solidFill>
                  <a:srgbClr val="D0CFCA"/>
                </a:solidFill>
              </a:defRPr>
            </a:pPr>
            <a:r>
              <a:t>Heavy-duty modular squat cages, cross-training rigs, and laser-notched uprights for high-volume facilities.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828800"/>
            <a:ext cx="5029200" cy="1828800"/>
          </a:xfrm>
          <a:prstGeom prst="roundRect">
            <a:avLst/>
          </a:prstGeom>
          <a:solidFill>
            <a:srgbClr val="1A2018"/>
          </a:solidFill>
          <a:ln>
            <a:solidFill>
              <a:srgbClr val="3C4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E8E8E8"/>
                </a:solidFill>
              </a:defRPr>
            </a:pPr>
            <a:r>
              <a:t>Selectorized &amp; Plate Loaded Pin Machines</a:t>
            </a:r>
          </a:p>
          <a:p>
            <a:pPr>
              <a:spcBef>
                <a:spcPts val="800"/>
              </a:spcBef>
              <a:defRPr sz="1200">
                <a:solidFill>
                  <a:srgbClr val="D0CFCA"/>
                </a:solidFill>
              </a:defRPr>
            </a:pPr>
            <a:r>
              <a:t>Precision biomechanic single and multi-station machines with industrial smooth pulley cable 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023360"/>
            <a:ext cx="5029200" cy="1828800"/>
          </a:xfrm>
          <a:prstGeom prst="roundRect">
            <a:avLst/>
          </a:prstGeom>
          <a:solidFill>
            <a:srgbClr val="1A2018"/>
          </a:solidFill>
          <a:ln>
            <a:solidFill>
              <a:srgbClr val="3C4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E8E8E8"/>
                </a:solidFill>
              </a:defRPr>
            </a:pPr>
            <a:r>
              <a:t>Commercial Cardio Suite</a:t>
            </a:r>
          </a:p>
          <a:p>
            <a:pPr>
              <a:spcBef>
                <a:spcPts val="800"/>
              </a:spcBef>
              <a:defRPr sz="1200">
                <a:solidFill>
                  <a:srgbClr val="D0CFCA"/>
                </a:solidFill>
              </a:defRPr>
            </a:pPr>
            <a:r>
              <a:t>Commercial treadmills, touch-screen climbmills, elliptical cross-trainers, and upright/recumbent bikes.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023360"/>
            <a:ext cx="5029200" cy="1828800"/>
          </a:xfrm>
          <a:prstGeom prst="roundRect">
            <a:avLst/>
          </a:prstGeom>
          <a:solidFill>
            <a:srgbClr val="1A2018"/>
          </a:solidFill>
          <a:ln>
            <a:solidFill>
              <a:srgbClr val="3C4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E8E8E8"/>
                </a:solidFill>
              </a:defRPr>
            </a:pPr>
            <a:r>
              <a:t>Free Weights &amp; Heavy Storage</a:t>
            </a:r>
          </a:p>
          <a:p>
            <a:pPr>
              <a:spcBef>
                <a:spcPts val="800"/>
              </a:spcBef>
              <a:defRPr sz="1200">
                <a:solidFill>
                  <a:srgbClr val="D0CFCA"/>
                </a:solidFill>
              </a:defRPr>
            </a:pPr>
            <a:r>
              <a:t>High-density rubber hex dumbbells, competition bumper plates, Olympic barbells, and tiered modular racks.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D26539"/>
                </a:solidFill>
              </a:defRPr>
            </a:pPr>
            <a:r>
              <a:t>READY TO OUTFIT YOUR COMMERCIAL SANCTUARY?</a:t>
            </a:r>
          </a:p>
          <a:p>
            <a:pPr>
              <a:spcBef>
                <a:spcPts val="1400"/>
              </a:spcBef>
              <a:defRPr sz="1500">
                <a:solidFill>
                  <a:srgbClr val="D0CFCA"/>
                </a:solidFill>
              </a:defRPr>
            </a:pPr>
            <a:r>
              <a:t>Connect with our executive engineering and commercial outfitting desk for customized quotes, 3D CAD modeling, and bulk pricing.</a:t>
            </a:r>
          </a:p>
          <a:p>
            <a:pPr>
              <a:spcBef>
                <a:spcPts val="2000"/>
              </a:spcBef>
              <a:defRPr sz="1500" b="1">
                <a:solidFill>
                  <a:srgbClr val="E8E8E8"/>
                </a:solidFill>
              </a:defRPr>
            </a:pPr>
            <a:r>
              <a:t>📍 Operations &amp; Works: Naroda, Ahmedabad, Gujarat, India</a:t>
            </a:r>
            <a:br/>
            <a:r>
              <a:t>📞 Direct Commercial Line: +91 73832 49680</a:t>
            </a:r>
            <a:br/>
            <a:r>
              <a:t>✉️ Corporate Desk: info@tanushfitness.com / tanushfitness@gmail.com</a:t>
            </a:r>
            <a:br/>
            <a:r>
              <a:t>🌐 Website: https://www.tanushfitness.com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